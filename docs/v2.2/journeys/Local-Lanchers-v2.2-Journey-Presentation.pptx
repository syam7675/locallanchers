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THE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Local businesses. A clearer path to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A practical guide to what customers see, what admins do, and what comes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62" y="2423160"/>
            <a:ext cx="4907834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560320"/>
            <a:ext cx="4846320" cy="3474720"/>
          </a:xfrm>
          <a:prstGeom prst="roundRect">
            <a:avLst/>
          </a:prstGeom>
          <a:solidFill>
            <a:srgbClr val="17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FE8D3"/>
                </a:solidFill>
                <a:latin typeface="Aptos"/>
              </a:defRPr>
            </a:pPr>
            <a:r>
              <a:t>DISCOVER → CONVERT → RETAIN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The customer is a</a:t>
            </a:r>
          </a:p>
          <a:p>
            <a:pPr>
              <a:spcAft>
                <a:spcPts val="6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local business owner.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Current public site: an interactive preview.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Real intake and accounts need persistent hosting.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01 / FIND YOUR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One familiar navigation. Two working journeys.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The shared header serves visitors; workspace and operations serve different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5440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24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3E36"/>
                </a:solidFill>
                <a:latin typeface="Aptos"/>
              </a:defRPr>
            </a:pPr>
            <a:r>
              <a:t>Home +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54679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3645B"/>
                </a:solidFill>
                <a:latin typeface="Aptos"/>
              </a:defRPr>
            </a:pPr>
            <a:r>
              <a:t>/  ·  /growth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20439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45B"/>
                </a:solidFill>
                <a:latin typeface="Aptos"/>
              </a:defRPr>
            </a:pPr>
            <a:r>
              <a:t>Understand the offer and four growth pillars.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60320"/>
            <a:ext cx="5440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724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3E36"/>
                </a:solidFill>
                <a:latin typeface="Aptos"/>
              </a:defRPr>
            </a:pPr>
            <a:r>
              <a:t>Industries +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154679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3645B"/>
                </a:solidFill>
                <a:latin typeface="Aptos"/>
              </a:defRPr>
            </a:pPr>
            <a:r>
              <a:t>/industries  ·  /plans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520439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45B"/>
                </a:solidFill>
                <a:latin typeface="Aptos"/>
              </a:defRPr>
            </a:pPr>
            <a:r>
              <a:t>Choose a sector and compare indicative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79"/>
            <a:ext cx="5440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46227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3E36"/>
                </a:solidFill>
                <a:latin typeface="Aptos"/>
              </a:defRPr>
            </a:pPr>
            <a:r>
              <a:t>How it works +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8920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3645B"/>
                </a:solidFill>
                <a:latin typeface="Aptos"/>
              </a:defRPr>
            </a:pPr>
            <a:r>
              <a:t>/how-it-works  ·  /audit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257799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45B"/>
                </a:solidFill>
                <a:latin typeface="Aptos"/>
              </a:defRPr>
            </a:pPr>
            <a:r>
              <a:t>Understand delivery, then request a conversation.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297679"/>
            <a:ext cx="54406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46227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73E36"/>
                </a:solidFill>
                <a:latin typeface="Aptos"/>
              </a:defRPr>
            </a:pPr>
            <a:r>
              <a:t>Demo + Footer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8920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3645B"/>
                </a:solidFill>
                <a:latin typeface="Aptos"/>
              </a:defRPr>
            </a:pPr>
            <a:r>
              <a:t>/workspace  ·  /ops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257799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45B"/>
                </a:solidFill>
                <a:latin typeface="Aptos"/>
              </a:defRPr>
            </a:pPr>
            <a:r>
              <a:t>Try workflows; admins use the private operations desk.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02 / CUSTOMER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From interest to an agreed growth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The audit starts a human conversation. It does not automatically book or charge the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267004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069080"/>
            <a:ext cx="226771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Home → Solutions</a:t>
            </a:r>
          </a:p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Identify the main growth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651760"/>
            <a:ext cx="267004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Choose a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4069080"/>
            <a:ext cx="226771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Industry → Process → Plans</a:t>
            </a:r>
          </a:p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Compare the approach and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651760"/>
            <a:ext cx="267004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Request an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226771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Business → Contact → Review</a:t>
            </a:r>
          </a:p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Submit when the backend is enabled.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2651760"/>
            <a:ext cx="267004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Agree the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069080"/>
            <a:ext cx="226771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Team follow-up → proposal</a:t>
            </a:r>
          </a:p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Confirm scope, access and terms manually.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11155680" cy="457200"/>
          </a:xfrm>
          <a:prstGeom prst="roundRect">
            <a:avLst/>
          </a:prstGeom>
          <a:solidFill>
            <a:srgbClr val="DF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E36"/>
                </a:solidFill>
                <a:latin typeface="Aptos"/>
              </a:defRPr>
            </a:pPr>
            <a:r>
              <a:t>A saved reference confirms receipt. Proposals, payments, scheduling and onboarding agreements remain outside the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03 / WORKSPACE +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Try the workflow. Understand the rhythm.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Growth overview · Enquiry desk · Review drafts · Visibility setup ·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3492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88920"/>
            <a:ext cx="494690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AVAILABLE ON THE PUBLIC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49469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Demo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023360"/>
            <a:ext cx="494690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No login needed. Choose “Act as”, perform practice actions, then inspect the heatmap. Filter by person, day or 30/90/365-day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606040"/>
            <a:ext cx="5577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88920"/>
            <a:ext cx="517550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FULL BACKEND WHEN ENABLED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200400"/>
            <a:ext cx="51755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My real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4023360"/>
            <a:ext cx="517550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Create an account or sign in. Your successful logins and workspace interactions form a private history. Clear history or delete the account when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807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3645B"/>
                </a:solidFill>
                <a:latin typeface="Aptos"/>
              </a:defRPr>
            </a:pPr>
            <a:r>
              <a:t>Quiet 0  ·  Light 1–2  ·  Steady 3–5  ·  Active 6–9  ·  Busy 10+ actions per day. Counts describe app usage, not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04 / ADMIN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Turn an audit request into a clear next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Open /ops and use the configured operations password. Customer accounts use a separate sign-in.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267004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Review the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069080"/>
            <a:ext cx="22677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Check business details, priorities and permission to reply.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651760"/>
            <a:ext cx="267004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REVIEWING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Prepare the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4069080"/>
            <a:ext cx="22677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Review the opportunity and save useful internal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651760"/>
            <a:ext cx="267004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CONTACTED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Follow up manually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22677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Use an agreed channel outside the app. Record the outcome.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2651760"/>
            <a:ext cx="2670048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83464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246120"/>
            <a:ext cx="22677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Close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069080"/>
            <a:ext cx="22677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Save the final status and next step; export the queue if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11155680" cy="457200"/>
          </a:xfrm>
          <a:prstGeom prst="roundRect">
            <a:avLst/>
          </a:prstGeom>
          <a:solidFill>
            <a:srgbClr val="DF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E36"/>
                </a:solidFill>
                <a:latin typeface="Aptos"/>
              </a:defRPr>
            </a:pPr>
            <a:r>
              <a:t>The operations desk does not manage customer passwords, organization roles, subscriptions or all users’ heatmaps.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05 / REACH 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73E36"/>
                </a:solidFill>
                <a:latin typeface="Aptos"/>
              </a:defRPr>
            </a:pPr>
            <a:r>
              <a:t>Launch the service. Then grow the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45B"/>
                </a:solidFill>
                <a:latin typeface="Aptos"/>
              </a:defRPr>
            </a:pPr>
            <a:r>
              <a:t>A sensible sequence from the current preview to a working growth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5B"/>
                </a:solidFill>
                <a:latin typeface="Aptos"/>
              </a:defRPr>
            </a:pPr>
            <a:r>
              <a:t>LOCAL LANCHERS  /  VERSION 2.2  /  CUSTOMER + ADMIN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3E3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34640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Enable real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069080"/>
            <a:ext cx="31638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Persistent storage, HTTPS and secure team access. Test saved requests and account sign-in. Finalize privacy and support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834640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24612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Run a small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069080"/>
            <a:ext cx="31638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Manually deliver audit → proposal → onboarding → review. Prove the workflow with a focused group of local businesses.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51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834640"/>
            <a:ext cx="31638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53645B"/>
                </a:solidFill>
                <a:latin typeface="Aptos"/>
              </a:defRPr>
            </a:pPr>
            <a: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24612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73E36"/>
                </a:solidFill>
                <a:latin typeface="Aptos"/>
              </a:defRPr>
            </a:pPr>
            <a:r>
              <a:t>Connect and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4069080"/>
            <a:ext cx="31638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45B"/>
                </a:solidFill>
                <a:latin typeface="Aptos"/>
              </a:defRPr>
            </a:pPr>
            <a:r>
              <a:t>Connect authorized providers. Measure qualified enquiries, attended bookings, repeat visits and revenue from real source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